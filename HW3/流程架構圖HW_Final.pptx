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7" r:id="rId6"/>
    <p:sldId id="262" r:id="rId7"/>
    <p:sldId id="268" r:id="rId8"/>
    <p:sldId id="263" r:id="rId9"/>
    <p:sldId id="269" r:id="rId10"/>
    <p:sldId id="264" r:id="rId11"/>
    <p:sldId id="270" r:id="rId12"/>
    <p:sldId id="266" r:id="rId13"/>
    <p:sldId id="271" r:id="rId14"/>
    <p:sldId id="265" r:id="rId15"/>
    <p:sldId id="272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E1F1F-95B3-47A5-8460-47ADB1C83B96}" v="108" dt="2025-01-08T12:23:16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圖片 5" descr="一張含有 文字, 螢幕擷取畫面, 字型, 圖形 的圖片&#10;&#10;自動產生的描述">
            <a:extLst>
              <a:ext uri="{FF2B5EF4-FFF2-40B4-BE49-F238E27FC236}">
                <a16:creationId xmlns:a16="http://schemas.microsoft.com/office/drawing/2014/main" id="{96EF1E4F-7B08-9320-D644-C8965D98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圖片 1" descr="一張含有 文字, 圖表, 螢幕擷取畫面, 設計 的圖片&#10;&#10;自動產生的描述">
            <a:extLst>
              <a:ext uri="{FF2B5EF4-FFF2-40B4-BE49-F238E27FC236}">
                <a16:creationId xmlns:a16="http://schemas.microsoft.com/office/drawing/2014/main" id="{22B8A740-492D-D388-2350-D33011CB3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1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圖片 3" descr="一張含有 文字, 螢幕擷取畫面, 圖表, 設計 的圖片&#10;&#10;自動產生的描述">
            <a:extLst>
              <a:ext uri="{FF2B5EF4-FFF2-40B4-BE49-F238E27FC236}">
                <a16:creationId xmlns:a16="http://schemas.microsoft.com/office/drawing/2014/main" id="{9648C767-DD39-A01A-9A1B-ADA96AA8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0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DC843F51-CF58-CF76-934D-EF693FA84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2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螢幕擷取畫面, 文字 的圖片&#10;&#10;自動產生的描述">
            <a:extLst>
              <a:ext uri="{FF2B5EF4-FFF2-40B4-BE49-F238E27FC236}">
                <a16:creationId xmlns:a16="http://schemas.microsoft.com/office/drawing/2014/main" id="{1D11EFCD-5071-9EED-07A2-F28C2248A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6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40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A0126647-7D9C-C7FC-1DBB-1A7A60E85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3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螢幕擷取畫面, 文字, 行 的圖片&#10;&#10;自動產生的描述">
            <a:extLst>
              <a:ext uri="{FF2B5EF4-FFF2-40B4-BE49-F238E27FC236}">
                <a16:creationId xmlns:a16="http://schemas.microsoft.com/office/drawing/2014/main" id="{88B2939C-B4DD-1727-F1C6-E954F31B5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3544A2C7-2FCD-235A-FF46-4270460FD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9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1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螢幕擷取畫面, 文字 的圖片&#10;&#10;自動產生的描述">
            <a:extLst>
              <a:ext uri="{FF2B5EF4-FFF2-40B4-BE49-F238E27FC236}">
                <a16:creationId xmlns:a16="http://schemas.microsoft.com/office/drawing/2014/main" id="{285BCC60-6C76-D89F-6410-6E3919FAD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內容版面配置區 6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CD19E03F-FDF2-B3AB-A3DC-94E9F128E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圖表, 設計 的圖片&#10;&#10;自動產生的描述">
            <a:extLst>
              <a:ext uri="{FF2B5EF4-FFF2-40B4-BE49-F238E27FC236}">
                <a16:creationId xmlns:a16="http://schemas.microsoft.com/office/drawing/2014/main" id="{41D9A664-9C63-75AE-2E27-70C6E76DD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1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97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97928DEE-4C35-9D7B-3B19-5A24C451B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83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AAFDD76F-6B90-8FC8-9E79-7D1A374F4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9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1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93E7A978-7DCE-8587-6174-E4475E427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81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內容版面配置區 3" descr="一張含有 螢幕擷取畫面 的圖片&#10;&#10;自動產生的描述">
            <a:extLst>
              <a:ext uri="{FF2B5EF4-FFF2-40B4-BE49-F238E27FC236}">
                <a16:creationId xmlns:a16="http://schemas.microsoft.com/office/drawing/2014/main" id="{7204C02E-A9AA-9D9F-EA2C-B4E5A3C41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18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2025-01-08T11:23:40Z</dcterms:created>
  <dcterms:modified xsi:type="dcterms:W3CDTF">2025-01-08T12:24:04Z</dcterms:modified>
</cp:coreProperties>
</file>