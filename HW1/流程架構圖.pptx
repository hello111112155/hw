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E1F1F-95B3-47A5-8460-47ADB1C83B96}" v="60" dt="2025-01-08T11:26:56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圖片 5" descr="一張含有 文字, 螢幕擷取畫面, 字型, 圖形 的圖片&#10;&#10;自動產生的描述">
            <a:extLst>
              <a:ext uri="{FF2B5EF4-FFF2-40B4-BE49-F238E27FC236}">
                <a16:creationId xmlns:a16="http://schemas.microsoft.com/office/drawing/2014/main" id="{96EF1E4F-7B08-9320-D644-C8965D98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圖片 1" descr="一張含有 文字, 圖表, 螢幕擷取畫面, 設計 的圖片&#10;&#10;自動產生的描述">
            <a:extLst>
              <a:ext uri="{FF2B5EF4-FFF2-40B4-BE49-F238E27FC236}">
                <a16:creationId xmlns:a16="http://schemas.microsoft.com/office/drawing/2014/main" id="{22B8A740-492D-D388-2350-D33011CB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1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圖片 3" descr="一張含有 文字, 螢幕擷取畫面, 圖表, 設計 的圖片&#10;&#10;自動產生的描述">
            <a:extLst>
              <a:ext uri="{FF2B5EF4-FFF2-40B4-BE49-F238E27FC236}">
                <a16:creationId xmlns:a16="http://schemas.microsoft.com/office/drawing/2014/main" id="{9648C767-DD39-A01A-9A1B-ADA96AA8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</cp:revision>
  <dcterms:created xsi:type="dcterms:W3CDTF">2025-01-08T11:23:40Z</dcterms:created>
  <dcterms:modified xsi:type="dcterms:W3CDTF">2025-01-08T11:27:44Z</dcterms:modified>
</cp:coreProperties>
</file>